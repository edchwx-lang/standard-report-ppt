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4"/>
  </p:notesMasterIdLst>
  <p:handoutMasterIdLst>
    <p:handoutMasterId r:id="rId5"/>
  </p:handoutMasterIdLst>
  <p:sldIdLst>
    <p:sldId id="347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86B"/>
    <a:srgbClr val="D9D9D9"/>
    <a:srgbClr val="A6A6A6"/>
    <a:srgbClr val="7399C5"/>
    <a:srgbClr val="C00000"/>
    <a:srgbClr val="395490"/>
    <a:srgbClr val="EF949E"/>
    <a:srgbClr val="3936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34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6482A63-4E46-BEBC-2AEC-47CF79F54F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353C29-2DB6-FBD4-DFB8-DD9A9C13B4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C901F-F269-4E9E-8633-DCC769E8AA74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E1BF959-A838-1C49-5582-4765A1395E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56BF9E-AC1A-D891-6777-1C5B0A4B1B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CECC9-9E16-42BE-A8A7-5E446605EAF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596832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DF0DA-6838-4934-8C97-C6FEC3606769}" type="datetimeFigureOut">
              <a:rPr lang="zh-TW" altLang="en-US" smtClean="0"/>
              <a:t>2026/7/13</a:t>
            </a:fld>
            <a:endParaRPr lang="zh-TW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TW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9DAD8-7D3C-49F1-9680-81381553BAD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923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空白母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8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98129644"/>
              </p:ext>
            </p:extLst>
          </p:nvPr>
        </p:nvGraphicFramePr>
        <p:xfrm>
          <a:off x="1588" y="1588"/>
          <a:ext cx="3175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12700" imgH="12700" progId="TCLayout.ActiveDocument.1">
                  <p:embed/>
                </p:oleObj>
              </mc:Choice>
              <mc:Fallback>
                <p:oleObj name="think-cell 幻灯片" r:id="rId3" imgW="12700" imgH="12700" progId="TCLayout.ActiveDocument.1">
                  <p:embed/>
                  <p:pic>
                    <p:nvPicPr>
                      <p:cNvPr id="2" name="对象 8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88"/>
                        <a:ext cx="3175" cy="1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15938" y="809858"/>
            <a:ext cx="11160124" cy="360000"/>
          </a:xfrm>
          <a:prstGeom prst="rect">
            <a:avLst/>
          </a:prstGeom>
          <a:solidFill>
            <a:srgbClr val="1E386B"/>
          </a:solidFill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</a:lstStyle>
          <a:p>
            <a:pPr lvl="0"/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515936" y="1215720"/>
            <a:ext cx="11160125" cy="58434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/>
          <a:lstStyle>
            <a:lvl1pPr marL="228600" indent="-228600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n"/>
              <a:defRPr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F38BB7EE-9D42-FA4D-BA66-35AE8F3BF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600227"/>
            <a:ext cx="9659420" cy="257773"/>
          </a:xfrm>
          <a:prstGeom prst="rect">
            <a:avLst/>
          </a:prstGeom>
        </p:spPr>
        <p:txBody>
          <a:bodyPr lIns="36000" rIns="36000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B214F8DB-A0B8-1645-95F3-395AA87D0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7350" y="6600227"/>
            <a:ext cx="458712" cy="257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E1BD934-CE6E-0D43-9557-E9269B6E3E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491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3207619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7" name="对象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938" y="305562"/>
            <a:ext cx="8942387" cy="428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8" name="页脚占位符 4"/>
          <p:cNvSpPr>
            <a:spLocks noGrp="1"/>
          </p:cNvSpPr>
          <p:nvPr>
            <p:ph type="ftr" sz="quarter" idx="3"/>
          </p:nvPr>
        </p:nvSpPr>
        <p:spPr>
          <a:xfrm>
            <a:off x="515938" y="6600227"/>
            <a:ext cx="9659420" cy="257773"/>
          </a:xfrm>
          <a:prstGeom prst="rect">
            <a:avLst/>
          </a:prstGeom>
        </p:spPr>
        <p:txBody>
          <a:bodyPr lIns="36000" rIns="36000" anchor="ctr" anchorCtr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217350" y="6600227"/>
            <a:ext cx="458712" cy="2577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FE1BD934-CE6E-0D43-9557-E9269B6E3EE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976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dt="0"/>
  <p:txStyles>
    <p:title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2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7355">
          <p15:clr>
            <a:srgbClr val="A4A3A4"/>
          </p15:clr>
        </p15:guide>
        <p15:guide id="4" pos="325">
          <p15:clr>
            <a:srgbClr val="A4A3A4"/>
          </p15:clr>
        </p15:guide>
        <p15:guide id="5" orient="horz" pos="459">
          <p15:clr>
            <a:srgbClr val="F26B43"/>
          </p15:clr>
        </p15:guide>
        <p15:guide id="6" orient="horz" pos="18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FDBD41-69CD-43D2-9A67-D8E58BEC7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144000"/>
            <a:ext cx="8942387" cy="428182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4D6344-C5BC-AE4C-14B4-1C9DB5CF4F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15938" y="540000"/>
            <a:ext cx="11160124" cy="360000"/>
          </a:xfrm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FDBDB8-2726-D299-28E3-85C7464F56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936" y="972000"/>
            <a:ext cx="11160125" cy="584340"/>
          </a:xfrm>
          <a:ln>
            <a:solidFill>
              <a:schemeClr val="tx1"/>
            </a:solidFill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7D30BF-044A-70C9-0A5A-12396C4C0B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8F02E9-C39D-B3B0-661A-9E8678F25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FE1BD934-CE6E-0D43-9557-E9269B6E3EEE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08851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微软雅黑</vt:lpstr>
      <vt:lpstr>Arial</vt:lpstr>
      <vt:lpstr>Calibri</vt:lpstr>
      <vt:lpstr>Wingdings</vt:lpstr>
      <vt:lpstr>WPS</vt:lpstr>
      <vt:lpstr>2_Office 主题​​</vt:lpstr>
      <vt:lpstr>think-cell 幻灯片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Wenxing Hu</dc:creator>
  <cp:lastModifiedBy>Wenxing Hu</cp:lastModifiedBy>
  <cp:revision>19</cp:revision>
  <dcterms:created xsi:type="dcterms:W3CDTF">2023-08-09T12:44:55Z</dcterms:created>
  <dcterms:modified xsi:type="dcterms:W3CDTF">2026-07-12T16:03:35Z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2052-12.1.0.15259</vt:lpwstr>
  </property>
</Properties>
</file>