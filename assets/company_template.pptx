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4"/>
  </p:notesMasterIdLst>
  <p:handoutMasterIdLst>
    <p:handoutMasterId r:id="rId5"/>
  </p:handoutMasterIdLst>
  <p:sldIdLst>
    <p:sldId id="3472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86B"/>
    <a:srgbClr val="D9D9D9"/>
    <a:srgbClr val="A6A6A6"/>
    <a:srgbClr val="7399C5"/>
    <a:srgbClr val="C00000"/>
    <a:srgbClr val="395490"/>
    <a:srgbClr val="EF949E"/>
    <a:srgbClr val="3936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99" d="100"/>
          <a:sy n="99" d="100"/>
        </p:scale>
        <p:origin x="4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344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16482A63-4E46-BEBC-2AEC-47CF79F54F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353C29-2DB6-FBD4-DFB8-DD9A9C13B4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AC901F-F269-4E9E-8633-DCC769E8AA74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E1BF959-A838-1C49-5582-4765A1395E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056BF9E-AC1A-D891-6777-1C5B0A4B1BF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CECC9-9E16-42BE-A8A7-5E446605EA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596832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3DF0DA-6838-4934-8C97-C6FEC3606769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TW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09DAD8-7D3C-49F1-9680-81381553BAD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923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空白母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98129644"/>
              </p:ext>
            </p:ext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12700" imgH="12700" progId="TCLayout.ActiveDocument.1">
                  <p:embed/>
                </p:oleObj>
              </mc:Choice>
              <mc:Fallback>
                <p:oleObj name="think-cell 幻灯片" r:id="rId3" imgW="12700" imgH="12700" progId="TCLayout.ActiveDocument.1">
                  <p:embed/>
                  <p:pic>
                    <p:nvPicPr>
                      <p:cNvPr id="2" name="对象 8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15938" y="809858"/>
            <a:ext cx="11160124" cy="360000"/>
          </a:xfrm>
          <a:prstGeom prst="rect">
            <a:avLst/>
          </a:prstGeom>
          <a:solidFill>
            <a:srgbClr val="1E386B"/>
          </a:solidFill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</a:lstStyle>
          <a:p>
            <a:pPr lvl="0"/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515936" y="1215720"/>
            <a:ext cx="11160125" cy="584340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/>
          <a:lstStyle>
            <a:lvl1pPr marL="228600" indent="-228600" algn="just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n"/>
              <a:defRPr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F38BB7EE-9D42-FA4D-BA66-35AE8F3BFB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600227"/>
            <a:ext cx="9659420" cy="257773"/>
          </a:xfrm>
          <a:prstGeom prst="rect">
            <a:avLst/>
          </a:prstGeom>
        </p:spPr>
        <p:txBody>
          <a:bodyPr lIns="36000" rIns="36000" anchor="ctr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B214F8DB-A0B8-1645-95F3-395AA87D0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7350" y="6600227"/>
            <a:ext cx="458712" cy="2577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FE1BD934-CE6E-0D43-9557-E9269B6E3EEE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04916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对象 6" hidden="1"/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03207619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7772400" imgH="10058400" progId="TCLayout.ActiveDocument.1">
                  <p:embed/>
                </p:oleObj>
              </mc:Choice>
              <mc:Fallback>
                <p:oleObj name="think-cell 幻灯片" r:id="rId4" imgW="7772400" imgH="10058400" progId="TCLayout.ActiveDocument.1">
                  <p:embed/>
                  <p:pic>
                    <p:nvPicPr>
                      <p:cNvPr id="7" name="对象 6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5938" y="305562"/>
            <a:ext cx="8942387" cy="428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8" name="页脚占位符 4"/>
          <p:cNvSpPr>
            <a:spLocks noGrp="1"/>
          </p:cNvSpPr>
          <p:nvPr>
            <p:ph type="ftr" sz="quarter" idx="3"/>
          </p:nvPr>
        </p:nvSpPr>
        <p:spPr>
          <a:xfrm>
            <a:off x="515938" y="6600227"/>
            <a:ext cx="9659420" cy="257773"/>
          </a:xfrm>
          <a:prstGeom prst="rect">
            <a:avLst/>
          </a:prstGeom>
        </p:spPr>
        <p:txBody>
          <a:bodyPr lIns="36000" rIns="36000" anchor="ctr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2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217350" y="6600227"/>
            <a:ext cx="458712" cy="2577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FE1BD934-CE6E-0D43-9557-E9269B6E3EEE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76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dt="0"/>
  <p:txStyles>
    <p:title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20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anose="02010600030101010101" pitchFamily="2" charset="-122"/>
          <a:ea typeface="等线 Light" panose="02010600030101010101" pitchFamily="2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pos="7355">
          <p15:clr>
            <a:srgbClr val="A4A3A4"/>
          </p15:clr>
        </p15:guide>
        <p15:guide id="4" pos="32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FDBD41-69CD-43D2-9A67-D8E58BEC7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144000"/>
            <a:ext cx="8942387" cy="428182"/>
          </a:xfrm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4D6344-C5BC-AE4C-14B4-1C9DB5CF4F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5938" y="540000"/>
            <a:ext cx="11160124" cy="360000"/>
          </a:xfrm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FDBDB8-2726-D299-28E3-85C7464F56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936" y="972000"/>
            <a:ext cx="11160125" cy="58434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7D30BF-044A-70C9-0A5A-12396C4C0B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8F02E9-C39D-B3B0-661A-9E8678F250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E1BD934-CE6E-0D43-9557-E9269B6E3EEE}" type="slidenum">
              <a:rPr lang="zh-CN" altLang="en-US" smtClean="0"/>
              <a:pPr>
                <a:defRPr/>
              </a:pPr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08851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</Words>
  <Application>Microsoft Office PowerPoint</Application>
  <PresentationFormat>宽屏</PresentationFormat>
  <Paragraphs>1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等线</vt:lpstr>
      <vt:lpstr>等线 Light</vt:lpstr>
      <vt:lpstr>微软雅黑</vt:lpstr>
      <vt:lpstr>Arial</vt:lpstr>
      <vt:lpstr>Calibri</vt:lpstr>
      <vt:lpstr>Wingdings</vt:lpstr>
      <vt:lpstr>WPS</vt:lpstr>
      <vt:lpstr>2_Office 主题​​</vt:lpstr>
      <vt:lpstr>think-cell 幻灯片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Wenxing Hu</dc:creator>
  <cp:lastModifiedBy>Wenxing Hu</cp:lastModifiedBy>
  <cp:revision>20</cp:revision>
  <dcterms:created xsi:type="dcterms:W3CDTF">2023-08-09T12:44:55Z</dcterms:created>
  <dcterms:modified xsi:type="dcterms:W3CDTF">2026-07-16T08:54:18Z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2052-12.1.0.15259</vt:lpwstr>
  </property>
</Properties>
</file>